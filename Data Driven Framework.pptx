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B352360-1818-447B-A0E0-4D10080C31C2}" type="doc">
      <dgm:prSet loTypeId="urn:microsoft.com/office/officeart/2005/8/layout/process2" loCatId="process" qsTypeId="urn:microsoft.com/office/officeart/2005/8/quickstyle/simple1" qsCatId="simple" csTypeId="urn:microsoft.com/office/officeart/2005/8/colors/colorful2" csCatId="colorful" phldr="1"/>
      <dgm:spPr/>
    </dgm:pt>
    <dgm:pt modelId="{FC7480F1-CAEF-4C79-9481-6C5052CB6FAA}">
      <dgm:prSet phldrT="[Text]"/>
      <dgm:spPr/>
      <dgm:t>
        <a:bodyPr/>
        <a:lstStyle/>
        <a:p>
          <a:r>
            <a:rPr lang="en-US" dirty="0" smtClean="0"/>
            <a:t>Workbook</a:t>
          </a:r>
          <a:endParaRPr lang="en-IN" dirty="0"/>
        </a:p>
      </dgm:t>
    </dgm:pt>
    <dgm:pt modelId="{A4B64B63-3461-4E4A-9905-0210CFFC7BBB}" type="parTrans" cxnId="{916FE55A-7B23-4472-BB7C-6F6DE81E2FF4}">
      <dgm:prSet/>
      <dgm:spPr/>
      <dgm:t>
        <a:bodyPr/>
        <a:lstStyle/>
        <a:p>
          <a:endParaRPr lang="en-IN"/>
        </a:p>
      </dgm:t>
    </dgm:pt>
    <dgm:pt modelId="{E79F6ABD-2A9D-4965-93E9-BB6BE570721C}" type="sibTrans" cxnId="{916FE55A-7B23-4472-BB7C-6F6DE81E2FF4}">
      <dgm:prSet/>
      <dgm:spPr/>
      <dgm:t>
        <a:bodyPr/>
        <a:lstStyle/>
        <a:p>
          <a:endParaRPr lang="en-IN"/>
        </a:p>
      </dgm:t>
    </dgm:pt>
    <dgm:pt modelId="{BFDBA6CC-951F-4824-B17E-8A33B842861A}">
      <dgm:prSet phldrT="[Text]"/>
      <dgm:spPr/>
      <dgm:t>
        <a:bodyPr/>
        <a:lstStyle/>
        <a:p>
          <a:r>
            <a:rPr lang="en-US" dirty="0" smtClean="0"/>
            <a:t>Sheet</a:t>
          </a:r>
          <a:endParaRPr lang="en-IN" dirty="0"/>
        </a:p>
      </dgm:t>
    </dgm:pt>
    <dgm:pt modelId="{36CDAA66-216A-423E-B763-FF2F1EDF7068}" type="parTrans" cxnId="{F8785A97-71A7-458F-AD62-5D419EDD4CA8}">
      <dgm:prSet/>
      <dgm:spPr/>
      <dgm:t>
        <a:bodyPr/>
        <a:lstStyle/>
        <a:p>
          <a:endParaRPr lang="en-IN"/>
        </a:p>
      </dgm:t>
    </dgm:pt>
    <dgm:pt modelId="{8E2D9C97-17DE-4A46-8F04-FC7FFE4D79FC}" type="sibTrans" cxnId="{F8785A97-71A7-458F-AD62-5D419EDD4CA8}">
      <dgm:prSet/>
      <dgm:spPr/>
      <dgm:t>
        <a:bodyPr/>
        <a:lstStyle/>
        <a:p>
          <a:endParaRPr lang="en-IN"/>
        </a:p>
      </dgm:t>
    </dgm:pt>
    <dgm:pt modelId="{9F361CFF-B7B0-4494-B3BC-D2EA11E53CE9}">
      <dgm:prSet phldrT="[Text]"/>
      <dgm:spPr/>
      <dgm:t>
        <a:bodyPr/>
        <a:lstStyle/>
        <a:p>
          <a:r>
            <a:rPr lang="en-US" dirty="0" smtClean="0"/>
            <a:t>Cell</a:t>
          </a:r>
          <a:endParaRPr lang="en-IN" dirty="0"/>
        </a:p>
      </dgm:t>
    </dgm:pt>
    <dgm:pt modelId="{504971D8-B5B1-4C32-B0BB-C75F610D555B}" type="parTrans" cxnId="{A6B8021F-9533-42C3-812C-6FC4FD3C490B}">
      <dgm:prSet/>
      <dgm:spPr/>
      <dgm:t>
        <a:bodyPr/>
        <a:lstStyle/>
        <a:p>
          <a:endParaRPr lang="en-IN"/>
        </a:p>
      </dgm:t>
    </dgm:pt>
    <dgm:pt modelId="{D1E18D3B-E23C-4B80-8ABA-A60956B6C27C}" type="sibTrans" cxnId="{A6B8021F-9533-42C3-812C-6FC4FD3C490B}">
      <dgm:prSet/>
      <dgm:spPr/>
      <dgm:t>
        <a:bodyPr/>
        <a:lstStyle/>
        <a:p>
          <a:endParaRPr lang="en-IN"/>
        </a:p>
      </dgm:t>
    </dgm:pt>
    <dgm:pt modelId="{170480A7-B02A-42E7-A176-1817BE5817FD}">
      <dgm:prSet phldrT="[Text]"/>
      <dgm:spPr/>
      <dgm:t>
        <a:bodyPr/>
        <a:lstStyle/>
        <a:p>
          <a:r>
            <a:rPr lang="en-US" dirty="0" smtClean="0"/>
            <a:t>Row</a:t>
          </a:r>
          <a:endParaRPr lang="en-IN" dirty="0"/>
        </a:p>
      </dgm:t>
    </dgm:pt>
    <dgm:pt modelId="{3C7FEAC8-37EC-4A54-8B99-DB319940CADA}" type="parTrans" cxnId="{98D127B7-A80C-4DA4-AEEB-A3F59D04085D}">
      <dgm:prSet/>
      <dgm:spPr/>
      <dgm:t>
        <a:bodyPr/>
        <a:lstStyle/>
        <a:p>
          <a:endParaRPr lang="en-IN"/>
        </a:p>
      </dgm:t>
    </dgm:pt>
    <dgm:pt modelId="{D33B56CE-A405-49FD-B2B0-88049C13CB8F}" type="sibTrans" cxnId="{98D127B7-A80C-4DA4-AEEB-A3F59D04085D}">
      <dgm:prSet/>
      <dgm:spPr/>
      <dgm:t>
        <a:bodyPr/>
        <a:lstStyle/>
        <a:p>
          <a:endParaRPr lang="en-IN"/>
        </a:p>
      </dgm:t>
    </dgm:pt>
    <dgm:pt modelId="{7C8D84D2-DDE9-4784-BB70-0C6B01ECFD10}" type="pres">
      <dgm:prSet presAssocID="{AB352360-1818-447B-A0E0-4D10080C31C2}" presName="linearFlow" presStyleCnt="0">
        <dgm:presLayoutVars>
          <dgm:resizeHandles val="exact"/>
        </dgm:presLayoutVars>
      </dgm:prSet>
      <dgm:spPr/>
    </dgm:pt>
    <dgm:pt modelId="{AF37D100-8246-458F-9747-821AE9121EC7}" type="pres">
      <dgm:prSet presAssocID="{FC7480F1-CAEF-4C79-9481-6C5052CB6FAA}" presName="node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37D11A0C-E7EE-4E84-82A2-3A0F6A09E5A3}" type="pres">
      <dgm:prSet presAssocID="{E79F6ABD-2A9D-4965-93E9-BB6BE570721C}" presName="sibTrans" presStyleLbl="sibTrans2D1" presStyleIdx="0" presStyleCnt="3"/>
      <dgm:spPr/>
    </dgm:pt>
    <dgm:pt modelId="{DA1EE10F-D663-4562-829B-9611ED56E7A5}" type="pres">
      <dgm:prSet presAssocID="{E79F6ABD-2A9D-4965-93E9-BB6BE570721C}" presName="connectorText" presStyleLbl="sibTrans2D1" presStyleIdx="0" presStyleCnt="3"/>
      <dgm:spPr/>
    </dgm:pt>
    <dgm:pt modelId="{E7E3430D-DE12-4626-8522-914A098F2048}" type="pres">
      <dgm:prSet presAssocID="{BFDBA6CC-951F-4824-B17E-8A33B842861A}" presName="node" presStyleLbl="node1" presStyleIdx="1" presStyleCnt="4">
        <dgm:presLayoutVars>
          <dgm:bulletEnabled val="1"/>
        </dgm:presLayoutVars>
      </dgm:prSet>
      <dgm:spPr/>
    </dgm:pt>
    <dgm:pt modelId="{E81D86E2-FED5-4B46-9F17-F26D399C1B22}" type="pres">
      <dgm:prSet presAssocID="{8E2D9C97-17DE-4A46-8F04-FC7FFE4D79FC}" presName="sibTrans" presStyleLbl="sibTrans2D1" presStyleIdx="1" presStyleCnt="3"/>
      <dgm:spPr/>
    </dgm:pt>
    <dgm:pt modelId="{DFD05EFF-6BCF-4322-87BF-06BE0BD3B4BB}" type="pres">
      <dgm:prSet presAssocID="{8E2D9C97-17DE-4A46-8F04-FC7FFE4D79FC}" presName="connectorText" presStyleLbl="sibTrans2D1" presStyleIdx="1" presStyleCnt="3"/>
      <dgm:spPr/>
    </dgm:pt>
    <dgm:pt modelId="{E66D3094-6BA7-4C6D-ACA1-372DAFB4D860}" type="pres">
      <dgm:prSet presAssocID="{170480A7-B02A-42E7-A176-1817BE5817FD}" presName="node" presStyleLbl="node1" presStyleIdx="2" presStyleCnt="4">
        <dgm:presLayoutVars>
          <dgm:bulletEnabled val="1"/>
        </dgm:presLayoutVars>
      </dgm:prSet>
      <dgm:spPr/>
    </dgm:pt>
    <dgm:pt modelId="{85DEDB6C-E012-4639-8DB2-A921090ACDD5}" type="pres">
      <dgm:prSet presAssocID="{D33B56CE-A405-49FD-B2B0-88049C13CB8F}" presName="sibTrans" presStyleLbl="sibTrans2D1" presStyleIdx="2" presStyleCnt="3"/>
      <dgm:spPr/>
    </dgm:pt>
    <dgm:pt modelId="{DB1D6B2E-7B91-44FE-9A91-A35AB68B66E1}" type="pres">
      <dgm:prSet presAssocID="{D33B56CE-A405-49FD-B2B0-88049C13CB8F}" presName="connectorText" presStyleLbl="sibTrans2D1" presStyleIdx="2" presStyleCnt="3"/>
      <dgm:spPr/>
    </dgm:pt>
    <dgm:pt modelId="{83D1FAAD-2916-4820-858D-2896E57ABDAE}" type="pres">
      <dgm:prSet presAssocID="{9F361CFF-B7B0-4494-B3BC-D2EA11E53CE9}" presName="node" presStyleLbl="node1" presStyleIdx="3" presStyleCnt="4">
        <dgm:presLayoutVars>
          <dgm:bulletEnabled val="1"/>
        </dgm:presLayoutVars>
      </dgm:prSet>
      <dgm:spPr/>
    </dgm:pt>
  </dgm:ptLst>
  <dgm:cxnLst>
    <dgm:cxn modelId="{F8785A97-71A7-458F-AD62-5D419EDD4CA8}" srcId="{AB352360-1818-447B-A0E0-4D10080C31C2}" destId="{BFDBA6CC-951F-4824-B17E-8A33B842861A}" srcOrd="1" destOrd="0" parTransId="{36CDAA66-216A-423E-B763-FF2F1EDF7068}" sibTransId="{8E2D9C97-17DE-4A46-8F04-FC7FFE4D79FC}"/>
    <dgm:cxn modelId="{48CFFD38-E9EA-4F00-94A1-69B553C7B336}" type="presOf" srcId="{E79F6ABD-2A9D-4965-93E9-BB6BE570721C}" destId="{37D11A0C-E7EE-4E84-82A2-3A0F6A09E5A3}" srcOrd="0" destOrd="0" presId="urn:microsoft.com/office/officeart/2005/8/layout/process2"/>
    <dgm:cxn modelId="{0AC32EE2-98EF-4960-AA3B-864330E8B728}" type="presOf" srcId="{8E2D9C97-17DE-4A46-8F04-FC7FFE4D79FC}" destId="{DFD05EFF-6BCF-4322-87BF-06BE0BD3B4BB}" srcOrd="1" destOrd="0" presId="urn:microsoft.com/office/officeart/2005/8/layout/process2"/>
    <dgm:cxn modelId="{975D0C6A-F9E7-48D3-B8D2-F095888833E8}" type="presOf" srcId="{D33B56CE-A405-49FD-B2B0-88049C13CB8F}" destId="{DB1D6B2E-7B91-44FE-9A91-A35AB68B66E1}" srcOrd="1" destOrd="0" presId="urn:microsoft.com/office/officeart/2005/8/layout/process2"/>
    <dgm:cxn modelId="{41B8ED16-F935-4548-BB55-B4947B35981E}" type="presOf" srcId="{D33B56CE-A405-49FD-B2B0-88049C13CB8F}" destId="{85DEDB6C-E012-4639-8DB2-A921090ACDD5}" srcOrd="0" destOrd="0" presId="urn:microsoft.com/office/officeart/2005/8/layout/process2"/>
    <dgm:cxn modelId="{2C2FC2E8-ADA5-46BA-AEEA-E9A2A571F6C7}" type="presOf" srcId="{BFDBA6CC-951F-4824-B17E-8A33B842861A}" destId="{E7E3430D-DE12-4626-8522-914A098F2048}" srcOrd="0" destOrd="0" presId="urn:microsoft.com/office/officeart/2005/8/layout/process2"/>
    <dgm:cxn modelId="{98D127B7-A80C-4DA4-AEEB-A3F59D04085D}" srcId="{AB352360-1818-447B-A0E0-4D10080C31C2}" destId="{170480A7-B02A-42E7-A176-1817BE5817FD}" srcOrd="2" destOrd="0" parTransId="{3C7FEAC8-37EC-4A54-8B99-DB319940CADA}" sibTransId="{D33B56CE-A405-49FD-B2B0-88049C13CB8F}"/>
    <dgm:cxn modelId="{4D3E8C9F-13D8-43D7-A708-4BC1CF1811D3}" type="presOf" srcId="{AB352360-1818-447B-A0E0-4D10080C31C2}" destId="{7C8D84D2-DDE9-4784-BB70-0C6B01ECFD10}" srcOrd="0" destOrd="0" presId="urn:microsoft.com/office/officeart/2005/8/layout/process2"/>
    <dgm:cxn modelId="{1E7E4DB1-48D8-4F57-876C-133F60D9AF6A}" type="presOf" srcId="{E79F6ABD-2A9D-4965-93E9-BB6BE570721C}" destId="{DA1EE10F-D663-4562-829B-9611ED56E7A5}" srcOrd="1" destOrd="0" presId="urn:microsoft.com/office/officeart/2005/8/layout/process2"/>
    <dgm:cxn modelId="{916FE55A-7B23-4472-BB7C-6F6DE81E2FF4}" srcId="{AB352360-1818-447B-A0E0-4D10080C31C2}" destId="{FC7480F1-CAEF-4C79-9481-6C5052CB6FAA}" srcOrd="0" destOrd="0" parTransId="{A4B64B63-3461-4E4A-9905-0210CFFC7BBB}" sibTransId="{E79F6ABD-2A9D-4965-93E9-BB6BE570721C}"/>
    <dgm:cxn modelId="{3A84B8FD-5173-44C2-83EF-A91AEF866FFF}" type="presOf" srcId="{9F361CFF-B7B0-4494-B3BC-D2EA11E53CE9}" destId="{83D1FAAD-2916-4820-858D-2896E57ABDAE}" srcOrd="0" destOrd="0" presId="urn:microsoft.com/office/officeart/2005/8/layout/process2"/>
    <dgm:cxn modelId="{A6B8021F-9533-42C3-812C-6FC4FD3C490B}" srcId="{AB352360-1818-447B-A0E0-4D10080C31C2}" destId="{9F361CFF-B7B0-4494-B3BC-D2EA11E53CE9}" srcOrd="3" destOrd="0" parTransId="{504971D8-B5B1-4C32-B0BB-C75F610D555B}" sibTransId="{D1E18D3B-E23C-4B80-8ABA-A60956B6C27C}"/>
    <dgm:cxn modelId="{9C563715-0FFC-4258-AF68-2246D640DF04}" type="presOf" srcId="{170480A7-B02A-42E7-A176-1817BE5817FD}" destId="{E66D3094-6BA7-4C6D-ACA1-372DAFB4D860}" srcOrd="0" destOrd="0" presId="urn:microsoft.com/office/officeart/2005/8/layout/process2"/>
    <dgm:cxn modelId="{2681582F-38A3-47B8-BD73-0BF08FE80668}" type="presOf" srcId="{8E2D9C97-17DE-4A46-8F04-FC7FFE4D79FC}" destId="{E81D86E2-FED5-4B46-9F17-F26D399C1B22}" srcOrd="0" destOrd="0" presId="urn:microsoft.com/office/officeart/2005/8/layout/process2"/>
    <dgm:cxn modelId="{B3AF4BC1-BBE5-4D77-99C1-79FCC496724E}" type="presOf" srcId="{FC7480F1-CAEF-4C79-9481-6C5052CB6FAA}" destId="{AF37D100-8246-458F-9747-821AE9121EC7}" srcOrd="0" destOrd="0" presId="urn:microsoft.com/office/officeart/2005/8/layout/process2"/>
    <dgm:cxn modelId="{EEA449EC-7FFA-4CA5-A05B-5059EA240670}" type="presParOf" srcId="{7C8D84D2-DDE9-4784-BB70-0C6B01ECFD10}" destId="{AF37D100-8246-458F-9747-821AE9121EC7}" srcOrd="0" destOrd="0" presId="urn:microsoft.com/office/officeart/2005/8/layout/process2"/>
    <dgm:cxn modelId="{69EF9581-CBED-4CF7-8CA2-45F834295676}" type="presParOf" srcId="{7C8D84D2-DDE9-4784-BB70-0C6B01ECFD10}" destId="{37D11A0C-E7EE-4E84-82A2-3A0F6A09E5A3}" srcOrd="1" destOrd="0" presId="urn:microsoft.com/office/officeart/2005/8/layout/process2"/>
    <dgm:cxn modelId="{08902A58-4B79-4966-81B3-FA52361C4497}" type="presParOf" srcId="{37D11A0C-E7EE-4E84-82A2-3A0F6A09E5A3}" destId="{DA1EE10F-D663-4562-829B-9611ED56E7A5}" srcOrd="0" destOrd="0" presId="urn:microsoft.com/office/officeart/2005/8/layout/process2"/>
    <dgm:cxn modelId="{B7289ABF-79A5-4CC8-A915-FC95648B1D73}" type="presParOf" srcId="{7C8D84D2-DDE9-4784-BB70-0C6B01ECFD10}" destId="{E7E3430D-DE12-4626-8522-914A098F2048}" srcOrd="2" destOrd="0" presId="urn:microsoft.com/office/officeart/2005/8/layout/process2"/>
    <dgm:cxn modelId="{A829B384-8E3B-4632-8018-579266F1EB67}" type="presParOf" srcId="{7C8D84D2-DDE9-4784-BB70-0C6B01ECFD10}" destId="{E81D86E2-FED5-4B46-9F17-F26D399C1B22}" srcOrd="3" destOrd="0" presId="urn:microsoft.com/office/officeart/2005/8/layout/process2"/>
    <dgm:cxn modelId="{78157DEB-463F-4AAF-9565-C88A9D54D394}" type="presParOf" srcId="{E81D86E2-FED5-4B46-9F17-F26D399C1B22}" destId="{DFD05EFF-6BCF-4322-87BF-06BE0BD3B4BB}" srcOrd="0" destOrd="0" presId="urn:microsoft.com/office/officeart/2005/8/layout/process2"/>
    <dgm:cxn modelId="{8050F2D1-DDF8-4688-AE4D-241359715229}" type="presParOf" srcId="{7C8D84D2-DDE9-4784-BB70-0C6B01ECFD10}" destId="{E66D3094-6BA7-4C6D-ACA1-372DAFB4D860}" srcOrd="4" destOrd="0" presId="urn:microsoft.com/office/officeart/2005/8/layout/process2"/>
    <dgm:cxn modelId="{7A4B8476-FAFA-49C7-A6A2-33D9137D958C}" type="presParOf" srcId="{7C8D84D2-DDE9-4784-BB70-0C6B01ECFD10}" destId="{85DEDB6C-E012-4639-8DB2-A921090ACDD5}" srcOrd="5" destOrd="0" presId="urn:microsoft.com/office/officeart/2005/8/layout/process2"/>
    <dgm:cxn modelId="{EE85B7C6-23DC-4C87-834D-FC22B3048085}" type="presParOf" srcId="{85DEDB6C-E012-4639-8DB2-A921090ACDD5}" destId="{DB1D6B2E-7B91-44FE-9A91-A35AB68B66E1}" srcOrd="0" destOrd="0" presId="urn:microsoft.com/office/officeart/2005/8/layout/process2"/>
    <dgm:cxn modelId="{481B0AEF-B7AF-4DEC-A32A-39D342B18632}" type="presParOf" srcId="{7C8D84D2-DDE9-4784-BB70-0C6B01ECFD10}" destId="{83D1FAAD-2916-4820-858D-2896E57ABDAE}" srcOrd="6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F8F0ACA-8117-47B3-AA60-526DB3244E69}" type="doc">
      <dgm:prSet loTypeId="urn:microsoft.com/office/officeart/2005/8/layout/chevron1" loCatId="process" qsTypeId="urn:microsoft.com/office/officeart/2005/8/quickstyle/simple1" qsCatId="simple" csTypeId="urn:microsoft.com/office/officeart/2005/8/colors/colorful1" csCatId="colorful" phldr="1"/>
      <dgm:spPr/>
    </dgm:pt>
    <dgm:pt modelId="{7C8DA2C3-217D-4F1F-BE30-CABC30569F71}">
      <dgm:prSet phldrT="[Text]"/>
      <dgm:spPr/>
      <dgm:t>
        <a:bodyPr/>
        <a:lstStyle/>
        <a:p>
          <a:r>
            <a:rPr lang="en-US" dirty="0" smtClean="0"/>
            <a:t>File</a:t>
          </a:r>
          <a:endParaRPr lang="en-IN" dirty="0"/>
        </a:p>
      </dgm:t>
    </dgm:pt>
    <dgm:pt modelId="{B1A077F6-85C0-4B9B-AA99-EA247A5BEF49}" type="parTrans" cxnId="{C384F3B1-CECF-4812-8208-F21EA9BBD1E9}">
      <dgm:prSet/>
      <dgm:spPr/>
      <dgm:t>
        <a:bodyPr/>
        <a:lstStyle/>
        <a:p>
          <a:endParaRPr lang="en-IN"/>
        </a:p>
      </dgm:t>
    </dgm:pt>
    <dgm:pt modelId="{093CB17D-EC8B-435E-B1D9-9F3A3119B058}" type="sibTrans" cxnId="{C384F3B1-CECF-4812-8208-F21EA9BBD1E9}">
      <dgm:prSet/>
      <dgm:spPr/>
      <dgm:t>
        <a:bodyPr/>
        <a:lstStyle/>
        <a:p>
          <a:endParaRPr lang="en-IN"/>
        </a:p>
      </dgm:t>
    </dgm:pt>
    <dgm:pt modelId="{8AB47517-F987-483E-B12A-B1A9704AA840}">
      <dgm:prSet phldrT="[Text]"/>
      <dgm:spPr/>
      <dgm:t>
        <a:bodyPr/>
        <a:lstStyle/>
        <a:p>
          <a:r>
            <a:rPr lang="en-US" dirty="0" smtClean="0"/>
            <a:t>FileInputStream / FileOutputStream</a:t>
          </a:r>
          <a:endParaRPr lang="en-IN" dirty="0"/>
        </a:p>
      </dgm:t>
    </dgm:pt>
    <dgm:pt modelId="{419D95DC-B45D-4AA1-BD21-33BEC60F0068}" type="parTrans" cxnId="{5C25F6B0-03F1-4124-9C79-2ED00514BC1F}">
      <dgm:prSet/>
      <dgm:spPr/>
      <dgm:t>
        <a:bodyPr/>
        <a:lstStyle/>
        <a:p>
          <a:endParaRPr lang="en-IN"/>
        </a:p>
      </dgm:t>
    </dgm:pt>
    <dgm:pt modelId="{B2CE3A45-1CA3-4BB2-9708-D34C9B83A0D8}" type="sibTrans" cxnId="{5C25F6B0-03F1-4124-9C79-2ED00514BC1F}">
      <dgm:prSet/>
      <dgm:spPr/>
      <dgm:t>
        <a:bodyPr/>
        <a:lstStyle/>
        <a:p>
          <a:endParaRPr lang="en-IN"/>
        </a:p>
      </dgm:t>
    </dgm:pt>
    <dgm:pt modelId="{D3440CD0-080F-4CAA-97EF-07F6D8D66DF1}" type="pres">
      <dgm:prSet presAssocID="{7F8F0ACA-8117-47B3-AA60-526DB3244E69}" presName="Name0" presStyleCnt="0">
        <dgm:presLayoutVars>
          <dgm:dir/>
          <dgm:animLvl val="lvl"/>
          <dgm:resizeHandles val="exact"/>
        </dgm:presLayoutVars>
      </dgm:prSet>
      <dgm:spPr/>
    </dgm:pt>
    <dgm:pt modelId="{B10B9D06-34E9-439F-98FE-C626184F0B2A}" type="pres">
      <dgm:prSet presAssocID="{7C8DA2C3-217D-4F1F-BE30-CABC30569F71}" presName="parTxOnly" presStyleLbl="node1" presStyleIdx="0" presStyleCnt="2" custScaleX="27487">
        <dgm:presLayoutVars>
          <dgm:chMax val="0"/>
          <dgm:chPref val="0"/>
          <dgm:bulletEnabled val="1"/>
        </dgm:presLayoutVars>
      </dgm:prSet>
      <dgm:spPr/>
    </dgm:pt>
    <dgm:pt modelId="{0FBD3C99-CB7F-4AA9-83E8-515DE571D006}" type="pres">
      <dgm:prSet presAssocID="{093CB17D-EC8B-435E-B1D9-9F3A3119B058}" presName="parTxOnlySpace" presStyleCnt="0"/>
      <dgm:spPr/>
    </dgm:pt>
    <dgm:pt modelId="{6E21D816-AB11-40E4-AC4D-436A328D1CE1}" type="pres">
      <dgm:prSet presAssocID="{8AB47517-F987-483E-B12A-B1A9704AA840}" presName="parTxOnly" presStyleLbl="node1" presStyleIdx="1" presStyleCnt="2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IN"/>
        </a:p>
      </dgm:t>
    </dgm:pt>
  </dgm:ptLst>
  <dgm:cxnLst>
    <dgm:cxn modelId="{C384F3B1-CECF-4812-8208-F21EA9BBD1E9}" srcId="{7F8F0ACA-8117-47B3-AA60-526DB3244E69}" destId="{7C8DA2C3-217D-4F1F-BE30-CABC30569F71}" srcOrd="0" destOrd="0" parTransId="{B1A077F6-85C0-4B9B-AA99-EA247A5BEF49}" sibTransId="{093CB17D-EC8B-435E-B1D9-9F3A3119B058}"/>
    <dgm:cxn modelId="{5C25F6B0-03F1-4124-9C79-2ED00514BC1F}" srcId="{7F8F0ACA-8117-47B3-AA60-526DB3244E69}" destId="{8AB47517-F987-483E-B12A-B1A9704AA840}" srcOrd="1" destOrd="0" parTransId="{419D95DC-B45D-4AA1-BD21-33BEC60F0068}" sibTransId="{B2CE3A45-1CA3-4BB2-9708-D34C9B83A0D8}"/>
    <dgm:cxn modelId="{B7476D24-48E5-494E-95D3-3776A1909011}" type="presOf" srcId="{8AB47517-F987-483E-B12A-B1A9704AA840}" destId="{6E21D816-AB11-40E4-AC4D-436A328D1CE1}" srcOrd="0" destOrd="0" presId="urn:microsoft.com/office/officeart/2005/8/layout/chevron1"/>
    <dgm:cxn modelId="{F46C5887-8DE7-4281-A5FD-10A9666D0CAC}" type="presOf" srcId="{7F8F0ACA-8117-47B3-AA60-526DB3244E69}" destId="{D3440CD0-080F-4CAA-97EF-07F6D8D66DF1}" srcOrd="0" destOrd="0" presId="urn:microsoft.com/office/officeart/2005/8/layout/chevron1"/>
    <dgm:cxn modelId="{56673579-625F-4331-B87F-7AB75999D557}" type="presOf" srcId="{7C8DA2C3-217D-4F1F-BE30-CABC30569F71}" destId="{B10B9D06-34E9-439F-98FE-C626184F0B2A}" srcOrd="0" destOrd="0" presId="urn:microsoft.com/office/officeart/2005/8/layout/chevron1"/>
    <dgm:cxn modelId="{95F3AA57-FC2A-4452-9F40-E9630FB52B98}" type="presParOf" srcId="{D3440CD0-080F-4CAA-97EF-07F6D8D66DF1}" destId="{B10B9D06-34E9-439F-98FE-C626184F0B2A}" srcOrd="0" destOrd="0" presId="urn:microsoft.com/office/officeart/2005/8/layout/chevron1"/>
    <dgm:cxn modelId="{A5CCDFCD-C379-4656-9CB2-8E1DC23C5E46}" type="presParOf" srcId="{D3440CD0-080F-4CAA-97EF-07F6D8D66DF1}" destId="{0FBD3C99-CB7F-4AA9-83E8-515DE571D006}" srcOrd="1" destOrd="0" presId="urn:microsoft.com/office/officeart/2005/8/layout/chevron1"/>
    <dgm:cxn modelId="{F890FDB9-4E18-4E76-A4DD-9DB43B0D6F7A}" type="presParOf" srcId="{D3440CD0-080F-4CAA-97EF-07F6D8D66DF1}" destId="{6E21D816-AB11-40E4-AC4D-436A328D1CE1}" srcOrd="2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F37D100-8246-458F-9747-821AE9121EC7}">
      <dsp:nvSpPr>
        <dsp:cNvPr id="0" name=""/>
        <dsp:cNvSpPr/>
      </dsp:nvSpPr>
      <dsp:spPr>
        <a:xfrm>
          <a:off x="797389" y="1895"/>
          <a:ext cx="1269047" cy="705026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Workbook</a:t>
          </a:r>
          <a:endParaRPr lang="en-IN" sz="1900" kern="1200" dirty="0"/>
        </a:p>
      </dsp:txBody>
      <dsp:txXfrm>
        <a:off x="818039" y="22545"/>
        <a:ext cx="1227747" cy="663726"/>
      </dsp:txXfrm>
    </dsp:sp>
    <dsp:sp modelId="{37D11A0C-E7EE-4E84-82A2-3A0F6A09E5A3}">
      <dsp:nvSpPr>
        <dsp:cNvPr id="0" name=""/>
        <dsp:cNvSpPr/>
      </dsp:nvSpPr>
      <dsp:spPr>
        <a:xfrm rot="5400000">
          <a:off x="1299721" y="724547"/>
          <a:ext cx="264384" cy="317261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1300" kern="1200"/>
        </a:p>
      </dsp:txBody>
      <dsp:txXfrm rot="-5400000">
        <a:off x="1336735" y="750986"/>
        <a:ext cx="190357" cy="185069"/>
      </dsp:txXfrm>
    </dsp:sp>
    <dsp:sp modelId="{E7E3430D-DE12-4626-8522-914A098F2048}">
      <dsp:nvSpPr>
        <dsp:cNvPr id="0" name=""/>
        <dsp:cNvSpPr/>
      </dsp:nvSpPr>
      <dsp:spPr>
        <a:xfrm>
          <a:off x="797389" y="1059435"/>
          <a:ext cx="1269047" cy="705026"/>
        </a:xfrm>
        <a:prstGeom prst="roundRect">
          <a:avLst>
            <a:gd name="adj" fmla="val 10000"/>
          </a:avLst>
        </a:prstGeom>
        <a:solidFill>
          <a:schemeClr val="accent2">
            <a:hueOff val="-988095"/>
            <a:satOff val="4733"/>
            <a:lumOff val="4379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Sheet</a:t>
          </a:r>
          <a:endParaRPr lang="en-IN" sz="1900" kern="1200" dirty="0"/>
        </a:p>
      </dsp:txBody>
      <dsp:txXfrm>
        <a:off x="818039" y="1080085"/>
        <a:ext cx="1227747" cy="663726"/>
      </dsp:txXfrm>
    </dsp:sp>
    <dsp:sp modelId="{E81D86E2-FED5-4B46-9F17-F26D399C1B22}">
      <dsp:nvSpPr>
        <dsp:cNvPr id="0" name=""/>
        <dsp:cNvSpPr/>
      </dsp:nvSpPr>
      <dsp:spPr>
        <a:xfrm rot="5400000">
          <a:off x="1299721" y="1782087"/>
          <a:ext cx="264384" cy="317261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-1482143"/>
            <a:satOff val="7100"/>
            <a:lumOff val="6569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1300" kern="1200"/>
        </a:p>
      </dsp:txBody>
      <dsp:txXfrm rot="-5400000">
        <a:off x="1336735" y="1808526"/>
        <a:ext cx="190357" cy="185069"/>
      </dsp:txXfrm>
    </dsp:sp>
    <dsp:sp modelId="{E66D3094-6BA7-4C6D-ACA1-372DAFB4D860}">
      <dsp:nvSpPr>
        <dsp:cNvPr id="0" name=""/>
        <dsp:cNvSpPr/>
      </dsp:nvSpPr>
      <dsp:spPr>
        <a:xfrm>
          <a:off x="797389" y="2116975"/>
          <a:ext cx="1269047" cy="705026"/>
        </a:xfrm>
        <a:prstGeom prst="roundRect">
          <a:avLst>
            <a:gd name="adj" fmla="val 10000"/>
          </a:avLst>
        </a:prstGeom>
        <a:solidFill>
          <a:schemeClr val="accent2">
            <a:hueOff val="-1976191"/>
            <a:satOff val="9467"/>
            <a:lumOff val="8758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Row</a:t>
          </a:r>
          <a:endParaRPr lang="en-IN" sz="1900" kern="1200" dirty="0"/>
        </a:p>
      </dsp:txBody>
      <dsp:txXfrm>
        <a:off x="818039" y="2137625"/>
        <a:ext cx="1227747" cy="663726"/>
      </dsp:txXfrm>
    </dsp:sp>
    <dsp:sp modelId="{85DEDB6C-E012-4639-8DB2-A921090ACDD5}">
      <dsp:nvSpPr>
        <dsp:cNvPr id="0" name=""/>
        <dsp:cNvSpPr/>
      </dsp:nvSpPr>
      <dsp:spPr>
        <a:xfrm rot="5400000">
          <a:off x="1299721" y="2839627"/>
          <a:ext cx="264384" cy="317261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-2964286"/>
            <a:satOff val="14200"/>
            <a:lumOff val="13137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1300" kern="1200"/>
        </a:p>
      </dsp:txBody>
      <dsp:txXfrm rot="-5400000">
        <a:off x="1336735" y="2866066"/>
        <a:ext cx="190357" cy="185069"/>
      </dsp:txXfrm>
    </dsp:sp>
    <dsp:sp modelId="{83D1FAAD-2916-4820-858D-2896E57ABDAE}">
      <dsp:nvSpPr>
        <dsp:cNvPr id="0" name=""/>
        <dsp:cNvSpPr/>
      </dsp:nvSpPr>
      <dsp:spPr>
        <a:xfrm>
          <a:off x="797389" y="3174515"/>
          <a:ext cx="1269047" cy="705026"/>
        </a:xfrm>
        <a:prstGeom prst="roundRect">
          <a:avLst>
            <a:gd name="adj" fmla="val 10000"/>
          </a:avLst>
        </a:prstGeom>
        <a:solidFill>
          <a:schemeClr val="accent2">
            <a:hueOff val="-2964286"/>
            <a:satOff val="14200"/>
            <a:lumOff val="13137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Cell</a:t>
          </a:r>
          <a:endParaRPr lang="en-IN" sz="1900" kern="1200" dirty="0"/>
        </a:p>
      </dsp:txBody>
      <dsp:txXfrm>
        <a:off x="818039" y="3195165"/>
        <a:ext cx="1227747" cy="66372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10B9D06-34E9-439F-98FE-C626184F0B2A}">
      <dsp:nvSpPr>
        <dsp:cNvPr id="0" name=""/>
        <dsp:cNvSpPr/>
      </dsp:nvSpPr>
      <dsp:spPr>
        <a:xfrm>
          <a:off x="2428" y="0"/>
          <a:ext cx="1689889" cy="703448"/>
        </a:xfrm>
        <a:prstGeom prst="chevron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0013" tIns="33338" rIns="33338" bIns="33338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500" kern="1200" dirty="0" smtClean="0"/>
            <a:t>File</a:t>
          </a:r>
          <a:endParaRPr lang="en-IN" sz="2500" kern="1200" dirty="0"/>
        </a:p>
      </dsp:txBody>
      <dsp:txXfrm>
        <a:off x="354152" y="0"/>
        <a:ext cx="986441" cy="703448"/>
      </dsp:txXfrm>
    </dsp:sp>
    <dsp:sp modelId="{6E21D816-AB11-40E4-AC4D-436A328D1CE1}">
      <dsp:nvSpPr>
        <dsp:cNvPr id="0" name=""/>
        <dsp:cNvSpPr/>
      </dsp:nvSpPr>
      <dsp:spPr>
        <a:xfrm>
          <a:off x="1077522" y="0"/>
          <a:ext cx="6147958" cy="703448"/>
        </a:xfrm>
        <a:prstGeom prst="chevron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0013" tIns="33338" rIns="33338" bIns="33338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500" kern="1200" dirty="0" smtClean="0"/>
            <a:t>FileInputStream / FileOutputStream</a:t>
          </a:r>
          <a:endParaRPr lang="en-IN" sz="2500" kern="1200" dirty="0"/>
        </a:p>
      </dsp:txBody>
      <dsp:txXfrm>
        <a:off x="1429246" y="0"/>
        <a:ext cx="5444510" cy="70344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91EB4-4973-4B4D-BA42-E9F71DF11CFF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5C1E4-8CEF-44A7-BB2F-B7D38E0A31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453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91EB4-4973-4B4D-BA42-E9F71DF11CFF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5C1E4-8CEF-44A7-BB2F-B7D38E0A31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6464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91EB4-4973-4B4D-BA42-E9F71DF11CFF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5C1E4-8CEF-44A7-BB2F-B7D38E0A31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97580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91EB4-4973-4B4D-BA42-E9F71DF11CFF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5C1E4-8CEF-44A7-BB2F-B7D38E0A31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60975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91EB4-4973-4B4D-BA42-E9F71DF11CFF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5C1E4-8CEF-44A7-BB2F-B7D38E0A31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2920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91EB4-4973-4B4D-BA42-E9F71DF11CFF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5C1E4-8CEF-44A7-BB2F-B7D38E0A31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31657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91EB4-4973-4B4D-BA42-E9F71DF11CFF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5C1E4-8CEF-44A7-BB2F-B7D38E0A31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14528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91EB4-4973-4B4D-BA42-E9F71DF11CFF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5C1E4-8CEF-44A7-BB2F-B7D38E0A31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82915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91EB4-4973-4B4D-BA42-E9F71DF11CFF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5C1E4-8CEF-44A7-BB2F-B7D38E0A31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01707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91EB4-4973-4B4D-BA42-E9F71DF11CFF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5C1E4-8CEF-44A7-BB2F-B7D38E0A31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478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91EB4-4973-4B4D-BA42-E9F71DF11CFF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5C1E4-8CEF-44A7-BB2F-B7D38E0A316E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598377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91EB4-4973-4B4D-BA42-E9F71DF11CFF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5C1E4-8CEF-44A7-BB2F-B7D38E0A31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04707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91EB4-4973-4B4D-BA42-E9F71DF11CFF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5C1E4-8CEF-44A7-BB2F-B7D38E0A316E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368477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91EB4-4973-4B4D-BA42-E9F71DF11CFF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5C1E4-8CEF-44A7-BB2F-B7D38E0A31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30684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91EB4-4973-4B4D-BA42-E9F71DF11CFF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5C1E4-8CEF-44A7-BB2F-B7D38E0A31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31764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91EB4-4973-4B4D-BA42-E9F71DF11CFF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5C1E4-8CEF-44A7-BB2F-B7D38E0A31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66828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C91EB4-4973-4B4D-BA42-E9F71DF11CFF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0735C1E4-8CEF-44A7-BB2F-B7D38E0A31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1390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  <p:sldLayoutId id="2147483732" r:id="rId12"/>
    <p:sldLayoutId id="2147483733" r:id="rId13"/>
    <p:sldLayoutId id="2147483734" r:id="rId14"/>
    <p:sldLayoutId id="2147483735" r:id="rId15"/>
    <p:sldLayoutId id="214748373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Data Driven Framework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Reading the data from Excel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Writing the data to Excel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961369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Excel File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Workbook (Excel File)</a:t>
            </a:r>
          </a:p>
          <a:p>
            <a:pPr lvl="1"/>
            <a:r>
              <a:rPr lang="en-US" dirty="0" smtClean="0"/>
              <a:t>Collection of Sheets</a:t>
            </a:r>
          </a:p>
          <a:p>
            <a:r>
              <a:rPr lang="en-US" dirty="0" smtClean="0"/>
              <a:t>Sheet</a:t>
            </a:r>
          </a:p>
          <a:p>
            <a:pPr lvl="1"/>
            <a:r>
              <a:rPr lang="en-US" dirty="0" smtClean="0"/>
              <a:t>Collection of Rows</a:t>
            </a:r>
          </a:p>
          <a:p>
            <a:r>
              <a:rPr lang="en-US" dirty="0" smtClean="0"/>
              <a:t>Rows</a:t>
            </a:r>
          </a:p>
          <a:p>
            <a:pPr lvl="1"/>
            <a:r>
              <a:rPr lang="en-US" dirty="0" smtClean="0"/>
              <a:t>Collection of Cells</a:t>
            </a:r>
          </a:p>
          <a:p>
            <a:r>
              <a:rPr lang="en-US" dirty="0" smtClean="0"/>
              <a:t>Cell</a:t>
            </a:r>
          </a:p>
          <a:p>
            <a:pPr lvl="1"/>
            <a:r>
              <a:rPr lang="en-US" dirty="0" smtClean="0"/>
              <a:t>Smallest unit where data is stored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14863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Stream </a:t>
            </a:r>
            <a:r>
              <a:rPr lang="en-US" sz="1800" dirty="0" smtClean="0"/>
              <a:t>– Flow of data from application to memory and from memory to application.</a:t>
            </a:r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991673" y="2472744"/>
            <a:ext cx="2537138" cy="36189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Application</a:t>
            </a:r>
          </a:p>
          <a:p>
            <a:pPr algn="ctr"/>
            <a:endParaRPr lang="en-US" dirty="0"/>
          </a:p>
          <a:p>
            <a:pPr algn="ctr"/>
            <a:r>
              <a:rPr lang="en-US" dirty="0" smtClean="0"/>
              <a:t>(Java)</a:t>
            </a:r>
            <a:endParaRPr lang="en-IN" dirty="0"/>
          </a:p>
        </p:txBody>
      </p:sp>
      <p:sp>
        <p:nvSpPr>
          <p:cNvPr id="5" name="Can 4"/>
          <p:cNvSpPr/>
          <p:nvPr/>
        </p:nvSpPr>
        <p:spPr>
          <a:xfrm>
            <a:off x="7572777" y="2472744"/>
            <a:ext cx="2215167" cy="3618963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Excel File</a:t>
            </a:r>
            <a:endParaRPr lang="en-IN" dirty="0"/>
          </a:p>
        </p:txBody>
      </p:sp>
      <p:sp>
        <p:nvSpPr>
          <p:cNvPr id="6" name="Left Arrow 5"/>
          <p:cNvSpPr/>
          <p:nvPr/>
        </p:nvSpPr>
        <p:spPr>
          <a:xfrm>
            <a:off x="3528811" y="4324082"/>
            <a:ext cx="4043966" cy="1745087"/>
          </a:xfrm>
          <a:prstGeom prst="lef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FileInputStream (Reading)</a:t>
            </a:r>
            <a:endParaRPr lang="en-IN" dirty="0"/>
          </a:p>
        </p:txBody>
      </p:sp>
      <p:sp>
        <p:nvSpPr>
          <p:cNvPr id="7" name="Right Arrow 6"/>
          <p:cNvSpPr/>
          <p:nvPr/>
        </p:nvSpPr>
        <p:spPr>
          <a:xfrm>
            <a:off x="3528811" y="2575775"/>
            <a:ext cx="4043966" cy="1893194"/>
          </a:xfrm>
          <a:prstGeom prst="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FileOutputStream (Writing)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851336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Apache POI</a:t>
            </a:r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991673" y="2472744"/>
            <a:ext cx="2537138" cy="36189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Selenium Script</a:t>
            </a:r>
          </a:p>
          <a:p>
            <a:pPr algn="ctr"/>
            <a:endParaRPr lang="en-US" dirty="0"/>
          </a:p>
          <a:p>
            <a:pPr algn="ctr"/>
            <a:r>
              <a:rPr lang="en-US" dirty="0" smtClean="0"/>
              <a:t>(Java)</a:t>
            </a:r>
            <a:endParaRPr lang="en-IN" dirty="0"/>
          </a:p>
        </p:txBody>
      </p:sp>
      <p:sp>
        <p:nvSpPr>
          <p:cNvPr id="5" name="Can 4"/>
          <p:cNvSpPr/>
          <p:nvPr/>
        </p:nvSpPr>
        <p:spPr>
          <a:xfrm>
            <a:off x="7572777" y="2472744"/>
            <a:ext cx="2215167" cy="3618963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Excel File</a:t>
            </a:r>
            <a:endParaRPr lang="en-IN" dirty="0"/>
          </a:p>
        </p:txBody>
      </p:sp>
      <p:sp>
        <p:nvSpPr>
          <p:cNvPr id="3" name="Oval 2"/>
          <p:cNvSpPr/>
          <p:nvPr/>
        </p:nvSpPr>
        <p:spPr>
          <a:xfrm>
            <a:off x="4546242" y="3277673"/>
            <a:ext cx="2009104" cy="2009104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Apache POI</a:t>
            </a:r>
          </a:p>
          <a:p>
            <a:pPr algn="ctr"/>
            <a:r>
              <a:rPr lang="en-US" dirty="0" smtClean="0"/>
              <a:t>(API)</a:t>
            </a:r>
            <a:endParaRPr lang="en-IN" dirty="0"/>
          </a:p>
        </p:txBody>
      </p:sp>
      <p:cxnSp>
        <p:nvCxnSpPr>
          <p:cNvPr id="9" name="Straight Arrow Connector 8"/>
          <p:cNvCxnSpPr>
            <a:stCxn id="4" idx="3"/>
            <a:endCxn id="3" idx="2"/>
          </p:cNvCxnSpPr>
          <p:nvPr/>
        </p:nvCxnSpPr>
        <p:spPr>
          <a:xfrm flipV="1">
            <a:off x="3528811" y="4282225"/>
            <a:ext cx="1017431" cy="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stCxn id="3" idx="6"/>
            <a:endCxn id="5" idx="2"/>
          </p:cNvCxnSpPr>
          <p:nvPr/>
        </p:nvCxnSpPr>
        <p:spPr>
          <a:xfrm>
            <a:off x="6555346" y="4282225"/>
            <a:ext cx="1017431" cy="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6435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Classes Hierarchy</a:t>
            </a:r>
            <a:endParaRPr lang="en-IN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06301745"/>
              </p:ext>
            </p:extLst>
          </p:nvPr>
        </p:nvGraphicFramePr>
        <p:xfrm>
          <a:off x="7181694" y="2224982"/>
          <a:ext cx="2863827" cy="38814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3343322221"/>
              </p:ext>
            </p:extLst>
          </p:nvPr>
        </p:nvGraphicFramePr>
        <p:xfrm>
          <a:off x="677334" y="2202287"/>
          <a:ext cx="7227910" cy="7034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4263332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44</TotalTime>
  <Words>91</Words>
  <Application>Microsoft Office PowerPoint</Application>
  <PresentationFormat>Widescreen</PresentationFormat>
  <Paragraphs>33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Trebuchet MS</vt:lpstr>
      <vt:lpstr>Wingdings 3</vt:lpstr>
      <vt:lpstr>Facet</vt:lpstr>
      <vt:lpstr>Data Driven Framework</vt:lpstr>
      <vt:lpstr>Excel File</vt:lpstr>
      <vt:lpstr>Stream – Flow of data from application to memory and from memory to application.</vt:lpstr>
      <vt:lpstr>Apache POI</vt:lpstr>
      <vt:lpstr>Classes Hierarchy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Driven Framework</dc:title>
  <dc:creator>Microsoft account</dc:creator>
  <cp:lastModifiedBy>Microsoft account</cp:lastModifiedBy>
  <cp:revision>5</cp:revision>
  <dcterms:created xsi:type="dcterms:W3CDTF">2026-02-19T07:09:05Z</dcterms:created>
  <dcterms:modified xsi:type="dcterms:W3CDTF">2026-02-19T07:53:16Z</dcterms:modified>
</cp:coreProperties>
</file>